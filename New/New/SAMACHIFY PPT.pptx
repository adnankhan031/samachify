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B6ED-167C-ECF0-0372-AD4FE6CC9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B3542-0115-61AC-486D-06940616D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28F0E-0AA6-335C-4BB2-B14FE42F9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1EE28-D81C-DE2B-FAA7-4F6159EB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59C0-778A-1300-9C38-275911EC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15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0737-0EEA-94CB-7CCE-66AFD377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3A9D4-3E0E-548F-C416-1F6BF478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2326-8DD3-5BE8-FBD2-16A8B42E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5B9D6-26D0-107A-E49F-36B4BD8D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2026F-4560-B4CA-F049-C5F74A2B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302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05BC-2FFB-8030-79B1-9CBD0D6D0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31646-400C-BA07-CF8C-858B58D40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7CBD7-8A14-45FF-BFD9-6C264895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3365F-6A2B-E919-C240-AEC44931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E9CE-7F9B-7CDB-9D3B-D60430B4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55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E5CC-FDF6-E8A4-8D0D-B5F4B6F4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D2A5-1881-2A0A-850C-50044D207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781D9-77F1-81E5-EB7F-E1A48864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23DA2-73AE-DCE2-B22D-57D7B960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C54A-8E6E-B50A-E235-3A6E0B90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28D6F-89AC-AF8D-C756-D9829EC1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1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26EE-63E1-9CC9-69AA-6F9F115B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05606-1BDF-2723-4821-96EDA13E1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4F14A-1007-E6F5-6705-0D6E12725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45134-E33D-B680-0CC4-62FE8DDAB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3C427-F502-E85D-E602-437009390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D163E-EAEB-2B14-4B85-BD92DFF1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3092D-0075-C851-ED63-664AD945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FAB81-8649-8415-884D-211C3718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71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0E3B-820A-C414-3360-8635E267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737B-F7DD-FFA0-D12A-6441292E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682E0-9C3E-DDD1-7B01-764BC671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870AE-AF57-CFBB-3538-7EFE57C2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5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BCE74-420A-64E2-5936-4A3891CB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E476F-2E55-0552-A2B6-5A888195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51FA5-63E7-A12E-C9E1-164F9A3C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03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A7A5-E74F-3322-9E75-7F558D00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D189-1035-4D6A-CC22-DD4B76207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5D1C6-FEE1-EE96-21AE-2B7B8BE9F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3A319-D40A-FF96-34A3-2BCB6BD4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FB554-E061-C661-2E49-2852948F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403BA-DE50-A158-5766-8E82EADD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48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6BCE-931C-45F9-1CEB-49510F6B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53151-7E96-C300-EE63-1A7C1F7C6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83FBF-10D8-751E-22F6-7BDB6C51C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930D9-E2AA-2DDF-719A-9946383D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4A3D4-334F-B02F-61AE-7796560F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AB6B4-B508-8062-BFF3-D00BFD5F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29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1898-9AF3-4204-46AD-6B6FD224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88EE3-BDDA-9DAE-427B-69CF5C75F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D6295-C1BA-AB4F-95AD-007551AC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48213-8FB0-15CA-A462-3659596B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D66B9-C6D5-C774-B3DD-95F07C969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37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3FA06-F6F2-A1F9-CC86-079A0671E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06F26-5CE1-BB3E-EB4C-AB9AEBAB2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6F690-A51F-B4DB-50AA-95CDAFA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00BB-717A-B8D9-73A3-8AD13288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FAC75-F8BD-5733-5D3A-1D96B7E9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21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5F46-87ED-EE14-B6BC-1A9BDEE8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9486F-5A3B-35BB-8E32-19BEED8E8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1CB70-2297-8D45-1433-D74686A49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09C9B-E908-4CC3-9731-0C7A80C77CB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64BC-EC90-6D46-3E1A-0262B2382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207B0-1F7C-7E84-7604-70FB5461C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C52B-C6F1-4000-932E-DE63C55A1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41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543E16-59EC-2FF3-430E-49F3513E97A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1886" y="1366897"/>
            <a:ext cx="11593286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Theme: Innovative Packaging &amp; Decentralized Food Processing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 scalable ready-to-cook ecosystem that reduces prep time and food waste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Hackathon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 a technically feasible pilot model for urban food convenience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VIKRAM 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M.E – PRODUCT DESIGN AND DEVELOPMENT,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ANNA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UNIVERSITY CHENNAI.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3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5D1F-5F19-47DE-25E9-FD33DB16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BFC3-34F8-7E05-3097-5C49BA7643E7}"/>
              </a:ext>
            </a:extLst>
          </p:cNvPr>
          <p:cNvSpPr txBox="1"/>
          <p:nvPr/>
        </p:nvSpPr>
        <p:spPr>
          <a:xfrm>
            <a:off x="696686" y="395252"/>
            <a:ext cx="7380514" cy="606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  <a:endParaRPr lang="en-US" sz="3200" u="sng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Urban consumers lack time for fresh cooking; reliance on unhealthy processed foods is increasing.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Conventional pre-cut vegetables have </a:t>
            </a:r>
            <a:r>
              <a:rPr lang="en-US" sz="2400" b="1" dirty="0"/>
              <a:t>short shelf life</a:t>
            </a:r>
            <a:r>
              <a:rPr lang="en-US" sz="2400" dirty="0"/>
              <a:t> and hygiene concerns.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Inefficient packaging causes </a:t>
            </a:r>
            <a:r>
              <a:rPr lang="en-US" sz="2400" b="1" dirty="0"/>
              <a:t>high food wastage</a:t>
            </a:r>
            <a:r>
              <a:rPr lang="en-US" sz="2400" dirty="0"/>
              <a:t> and inconsistent portioning.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Small food processors lack access to standardized preservation technology.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Growing demand for safe, convenient, and sustainable ready-to-cook solutions.</a:t>
            </a:r>
          </a:p>
        </p:txBody>
      </p:sp>
      <p:pic>
        <p:nvPicPr>
          <p:cNvPr id="2050" name="Picture 2" descr="Premium Home Cooking Services in Chennai | ID: 2852901403873">
            <a:extLst>
              <a:ext uri="{FF2B5EF4-FFF2-40B4-BE49-F238E27FC236}">
                <a16:creationId xmlns:a16="http://schemas.microsoft.com/office/drawing/2014/main" id="{B47BA028-6C6F-DE99-6729-63D0B2AF5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93" y="816428"/>
            <a:ext cx="3449561" cy="261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023's Top Food and Beverage Trends for Hotels">
            <a:extLst>
              <a:ext uri="{FF2B5EF4-FFF2-40B4-BE49-F238E27FC236}">
                <a16:creationId xmlns:a16="http://schemas.microsoft.com/office/drawing/2014/main" id="{34EB9E46-1F1B-38D2-BB8F-51E42033A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94" y="3715657"/>
            <a:ext cx="3488874" cy="232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02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B237-0F9E-83E5-48E5-276E1B30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A53E0-4370-411B-519A-6C785728F649}"/>
              </a:ext>
            </a:extLst>
          </p:cNvPr>
          <p:cNvSpPr txBox="1"/>
          <p:nvPr/>
        </p:nvSpPr>
        <p:spPr>
          <a:xfrm>
            <a:off x="576944" y="324882"/>
            <a:ext cx="7141028" cy="575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Solution / Technology</a:t>
            </a:r>
            <a:endParaRPr lang="en-US" sz="3200" u="sng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Ready-to-cook meal kits using </a:t>
            </a:r>
            <a:r>
              <a:rPr lang="en-US" sz="2400" b="1" dirty="0"/>
              <a:t>optimized preservation and smart packaging.</a:t>
            </a:r>
            <a:endParaRPr lang="en-US" sz="24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Hygienic processing workflow with cold-chain handling.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Shelf-life extension through improved sealing and controlled storage.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Modular decentralized processing model for local production.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Data-driven portion control to minimize waste and improve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3496C-2583-CBC0-A705-F465B5A96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872" y="3744494"/>
            <a:ext cx="1560070" cy="234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0F8C56-540C-159C-F008-07F6C17F4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699" y="3054736"/>
            <a:ext cx="2092608" cy="31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8AE21-B967-61FB-FF4E-FD6EEDC75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886" y="2471058"/>
            <a:ext cx="2547042" cy="382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9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FA49-25EE-2174-BA9E-E2DC287C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ABFE32-59CA-CEB8-1CD9-8EAE769847A5}"/>
              </a:ext>
            </a:extLst>
          </p:cNvPr>
          <p:cNvSpPr txBox="1"/>
          <p:nvPr/>
        </p:nvSpPr>
        <p:spPr>
          <a:xfrm>
            <a:off x="794658" y="858283"/>
            <a:ext cx="699951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Feasibility &amp; Expected Impact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Shelf-life testing completed to validate packaging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Prototype workflow designed for small-scale pilot production.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cooking preparation time by ~70–80%.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Minimizes household and supply-chain food waste.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Scalable model suitable for urban and semi-urban markets.</a:t>
            </a:r>
          </a:p>
        </p:txBody>
      </p:sp>
    </p:spTree>
    <p:extLst>
      <p:ext uri="{BB962C8B-B14F-4D97-AF65-F5344CB8AC3E}">
        <p14:creationId xmlns:p14="http://schemas.microsoft.com/office/powerpoint/2010/main" val="237250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9380-B89E-B48C-021D-189009F0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E2EA6-4A4E-180C-F10F-A5B9E10D031B}"/>
              </a:ext>
            </a:extLst>
          </p:cNvPr>
          <p:cNvSpPr txBox="1"/>
          <p:nvPr/>
        </p:nvSpPr>
        <p:spPr>
          <a:xfrm>
            <a:off x="794658" y="858283"/>
            <a:ext cx="69995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Feasibility &amp; Expected Impact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CA265-B5D3-8F47-CB20-A9927FEF6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5" b="21905"/>
          <a:stretch>
            <a:fillRect/>
          </a:stretch>
        </p:blipFill>
        <p:spPr>
          <a:xfrm>
            <a:off x="1072243" y="1772682"/>
            <a:ext cx="10287000" cy="449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9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158F-7863-9D5F-75C9-A5EFDA81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1B250-B882-B985-1EBB-201F92F86EEC}"/>
              </a:ext>
            </a:extLst>
          </p:cNvPr>
          <p:cNvSpPr txBox="1"/>
          <p:nvPr/>
        </p:nvSpPr>
        <p:spPr>
          <a:xfrm>
            <a:off x="1317171" y="1228397"/>
            <a:ext cx="102652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 Approach &amp; Future Scope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Phase 1: </a:t>
            </a:r>
            <a:r>
              <a:rPr lang="en-US" sz="2400" dirty="0"/>
              <a:t>Product formulation and pilot production testing.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Phase 2: </a:t>
            </a:r>
            <a:r>
              <a:rPr lang="en-US" sz="2400" dirty="0"/>
              <a:t>Limited D2C launch and customer validation.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Phase 3: </a:t>
            </a:r>
            <a:r>
              <a:rPr lang="en-US" sz="2400" dirty="0"/>
              <a:t>Scale decentralized production units and retail partnerships.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Future scope: </a:t>
            </a:r>
            <a:r>
              <a:rPr lang="en-US" sz="2400" dirty="0"/>
              <a:t>Automation integration and smart freshness tracking.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Long-term vision: </a:t>
            </a:r>
            <a:r>
              <a:rPr lang="en-US" sz="2400" dirty="0"/>
              <a:t>Sustainable, tech-enabled food processing ecosystem.</a:t>
            </a:r>
          </a:p>
        </p:txBody>
      </p:sp>
    </p:spTree>
    <p:extLst>
      <p:ext uri="{BB962C8B-B14F-4D97-AF65-F5344CB8AC3E}">
        <p14:creationId xmlns:p14="http://schemas.microsoft.com/office/powerpoint/2010/main" val="1485096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263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T</dc:creator>
  <cp:lastModifiedBy>Vikram T</cp:lastModifiedBy>
  <cp:revision>3</cp:revision>
  <dcterms:created xsi:type="dcterms:W3CDTF">2026-02-12T07:09:01Z</dcterms:created>
  <dcterms:modified xsi:type="dcterms:W3CDTF">2026-02-15T11:48:48Z</dcterms:modified>
</cp:coreProperties>
</file>